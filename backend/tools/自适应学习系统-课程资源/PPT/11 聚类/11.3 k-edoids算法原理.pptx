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8" r:id="rId2"/>
    <p:sldId id="283" r:id="rId3"/>
    <p:sldId id="28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Three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Medoids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23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</a:t>
            </a:r>
            <a:r>
              <a:rPr lang="en-US" altLang="zh-CN" dirty="0" err="1"/>
              <a:t>Medoids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06100" y="1554480"/>
            <a:ext cx="101581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、任意选取 </a:t>
            </a:r>
            <a:r>
              <a:rPr lang="en-US" altLang="zh-CN" sz="2400" b="1" dirty="0"/>
              <a:t>k </a:t>
            </a:r>
            <a:r>
              <a:rPr lang="zh-CN" altLang="en-US" sz="2400" b="1" dirty="0"/>
              <a:t>个点作为 </a:t>
            </a:r>
            <a:r>
              <a:rPr lang="en-US" altLang="zh-CN" sz="2400" b="1" dirty="0" err="1"/>
              <a:t>medoids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、按照与</a:t>
            </a:r>
            <a:r>
              <a:rPr lang="en-US" altLang="zh-CN" sz="2400" b="1" dirty="0"/>
              <a:t>medoids</a:t>
            </a:r>
            <a:r>
              <a:rPr lang="zh-CN" altLang="en-US" sz="2400" b="1" dirty="0"/>
              <a:t>最近的原则，将剩余点分配到当前最佳的</a:t>
            </a:r>
            <a:r>
              <a:rPr lang="en-US" altLang="zh-CN" sz="2400" b="1" dirty="0"/>
              <a:t>medoids</a:t>
            </a:r>
            <a:r>
              <a:rPr lang="zh-CN" altLang="en-US" sz="2400" b="1" dirty="0"/>
              <a:t>代表的类中</a:t>
            </a:r>
          </a:p>
          <a:p>
            <a:endParaRPr lang="zh-CN" altLang="en-US" sz="2400" b="1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、在每一类中，计算每个成员点对应的准则函数，选取准则函数最小时对应的点作为新的 </a:t>
            </a:r>
            <a:r>
              <a:rPr lang="en-US" altLang="zh-CN" sz="2400" b="1" dirty="0"/>
              <a:t>medoids</a:t>
            </a:r>
          </a:p>
          <a:p>
            <a:endParaRPr lang="en-US" altLang="zh-CN" sz="2400" b="1" dirty="0"/>
          </a:p>
          <a:p>
            <a:r>
              <a:rPr lang="en-US" altLang="zh-CN" sz="2400" b="1" dirty="0"/>
              <a:t>4</a:t>
            </a:r>
            <a:r>
              <a:rPr lang="zh-CN" altLang="en-US" sz="2400" b="1" dirty="0"/>
              <a:t>、重复</a:t>
            </a:r>
            <a:r>
              <a:rPr lang="en-US" altLang="zh-CN" sz="2400" b="1" dirty="0"/>
              <a:t>2-3</a:t>
            </a:r>
            <a:r>
              <a:rPr lang="zh-CN" altLang="en-US" sz="2400" b="1" dirty="0"/>
              <a:t>的过程，直到所有的 </a:t>
            </a:r>
            <a:r>
              <a:rPr lang="en-US" altLang="zh-CN" sz="2400" b="1" dirty="0"/>
              <a:t>medoids </a:t>
            </a:r>
            <a:r>
              <a:rPr lang="zh-CN" altLang="en-US" sz="2400" b="1" dirty="0"/>
              <a:t>点不再发生变化，或已达到设定的最大迭代次数</a:t>
            </a:r>
          </a:p>
          <a:p>
            <a:endParaRPr lang="zh-CN" altLang="en-US" sz="2400" b="1" dirty="0"/>
          </a:p>
          <a:p>
            <a:r>
              <a:rPr lang="zh-CN" altLang="en-US" sz="2400" b="1" dirty="0"/>
              <a:t>其中准则函数为，一类中，某个成员点和其他成员点的距离之和</a:t>
            </a:r>
          </a:p>
        </p:txBody>
      </p:sp>
    </p:spTree>
    <p:extLst>
      <p:ext uri="{BB962C8B-B14F-4D97-AF65-F5344CB8AC3E}">
        <p14:creationId xmlns:p14="http://schemas.microsoft.com/office/powerpoint/2010/main" val="710259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</a:t>
            </a:r>
            <a:r>
              <a:rPr lang="en-US" altLang="zh-CN" dirty="0" err="1"/>
              <a:t>Medoids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97" y="1093787"/>
            <a:ext cx="88487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111</Words>
  <Application>Microsoft Macintosh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Part Three k-Medoids</vt:lpstr>
      <vt:lpstr>K-Medoids</vt:lpstr>
      <vt:lpstr>K-Medoids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2025-07-26T14:06:43Z</dcterms:modified>
</cp:coreProperties>
</file>