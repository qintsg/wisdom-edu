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6" r:id="rId2"/>
    <p:sldId id="295" r:id="rId3"/>
    <p:sldId id="297" r:id="rId4"/>
    <p:sldId id="298" r:id="rId5"/>
    <p:sldId id="299" r:id="rId6"/>
    <p:sldId id="30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419B"/>
    <a:srgbClr val="116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49" autoAdjust="0"/>
    <p:restoredTop sz="83196"/>
  </p:normalViewPr>
  <p:slideViewPr>
    <p:cSldViewPr snapToGrid="0" showGuides="1">
      <p:cViewPr varScale="1">
        <p:scale>
          <a:sx n="104" d="100"/>
          <a:sy n="104" d="100"/>
        </p:scale>
        <p:origin x="448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4611B-D63D-4827-9508-62293A02981D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B7F5E-4F88-4111-B208-2F260B30B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63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</a:t>
            </a:r>
            <a:r>
              <a:rPr kumimoji="1" lang="en-US" altLang="zh-CN" dirty="0" err="1"/>
              <a:t>Silu’ets</a:t>
            </a:r>
            <a:r>
              <a:rPr kumimoji="1" lang="en-US" altLang="zh-CN" dirty="0"/>
              <a:t>/silhouettes</a:t>
            </a:r>
            <a:r>
              <a:rPr kumimoji="1" lang="zh-CN" altLang="en-US" dirty="0"/>
              <a:t>轮廓系数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0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/</a:t>
            </a:r>
            <a:r>
              <a:rPr kumimoji="1" lang="en-US" altLang="zh-CN" dirty="0" err="1"/>
              <a:t>silu’ets</a:t>
            </a:r>
            <a:r>
              <a:rPr kumimoji="1" lang="en-US" altLang="zh-CN" dirty="0"/>
              <a:t>/</a:t>
            </a:r>
            <a:r>
              <a:rPr kumimoji="1" lang="zh-CN" altLang="en-US" dirty="0"/>
              <a:t>轮廓系数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FB7F5E-4F88-4111-B208-2F260B30BF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76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720A-802B-4124-A8FE-D6F5FDE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A5E09-60C7-49E8-A9DF-8D1D9F6D10C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1B39824-60B1-4087-9654-852D1F012284}"/>
              </a:ext>
            </a:extLst>
          </p:cNvPr>
          <p:cNvCxnSpPr>
            <a:cxnSpLocks/>
          </p:cNvCxnSpPr>
          <p:nvPr userDrawn="1"/>
        </p:nvCxnSpPr>
        <p:spPr>
          <a:xfrm>
            <a:off x="0" y="829334"/>
            <a:ext cx="9525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80355FC-FEB3-439F-8098-5C06013AAE42}"/>
              </a:ext>
            </a:extLst>
          </p:cNvPr>
          <p:cNvSpPr/>
          <p:nvPr userDrawn="1"/>
        </p:nvSpPr>
        <p:spPr>
          <a:xfrm>
            <a:off x="0" y="829334"/>
            <a:ext cx="1028700" cy="275566"/>
          </a:xfrm>
          <a:prstGeom prst="rect">
            <a:avLst/>
          </a:prstGeom>
          <a:solidFill>
            <a:srgbClr val="0B41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41" y="110649"/>
            <a:ext cx="10515600" cy="5709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27705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50960-1701-48AC-A59F-767B60563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5D7F4C-19FA-4DBB-8E0E-50D86708B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F640-BE20-4B67-A136-5F55CD33F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DE3503-87F1-4CF7-A256-C5FB9A222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49AA02-E14A-4B76-9C38-2F9B89BB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3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C072B-542B-4EB4-AE3E-3962BC96C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FC81C-17BC-4E49-801A-5535D52E3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EC2DB2-8954-4FAC-BDAC-A41CB9FD1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45D9FA-8B05-43CE-A8C6-57D4B1B33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FB343-9089-4A86-8CDC-D72C628B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5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C339-9979-439E-AD47-69A80F834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08C4E-EFCC-422B-A0CC-66BF07485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44901-1417-472E-9D15-16ECC074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930AA9-002C-4348-9998-8027E3DF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58E8C9-BD1B-4A76-A9CB-27277C57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32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C584-3CAE-47D4-911B-4E6621220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7A965-7AFF-413E-B0F9-9B383F4D7F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C38DE-AED2-4131-8C10-FF03B22F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95F5FA-8460-4FB5-BECF-082CB763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ECCEA3-CC62-4601-B76C-37ADB4AFA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FF4BD-83FA-48E8-9D3F-095F4C7C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1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6E1C5-ECAF-42BE-9623-BCADD634B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EBD31-3B49-47F1-94AD-B0C6385A0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1D851-B286-458B-B0FF-37C11425C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B0DAC4-251D-4CAB-AAC8-1816BA2ED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3CAE68-B059-48A9-8FEA-AE16FDCBB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1B7C04-5F54-4995-8205-02AE75A6B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3733C5-CACD-4D73-88DF-0FE47AEB4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CC8BD8-3103-46D8-B238-FEE49AA8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697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81B53-CFBA-4ED9-A856-C7F31BDC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65807F-966E-4869-8987-657949B8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10A72C-1EA5-4B8F-99BE-2B5DF012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0E1FBD-CDF9-4E91-99E5-A833BABA4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40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3F8982-6037-4234-AD00-3123D01C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94F0542-C8F2-4C1F-BB00-D0D132707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6AEC53-34BE-4C4A-856B-8411CD692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14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AC9EE-3E5D-4DAD-862D-E4971473A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160C9A-3E3A-47B4-A1B2-682A69B9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AB7B40-FEFE-403A-A042-FE872B9EF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1366DE-EBE6-4AFE-B2AF-4C25890E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2082D5-0599-48B5-8819-634575D36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55D9C-1A7C-4534-A584-4472E3B8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07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87C38-82A2-4C25-AC3F-F06B1F238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8ADE65-B3BE-4A96-890D-E7A188D83D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79A9D3-7F46-42D0-B4ED-1773CC926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80096-90BF-4736-A77E-8234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85590-E6CB-4FD1-A1EC-A9509A34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DA4A82-6CE2-4CA5-BD5B-08DCB7A0D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8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FA93-FCE2-44E4-878C-8FEFA601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DA7C2-F2E1-4F67-8B34-F05CBFC0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C967AE-CDF3-4D67-A190-E46F86D0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B9F83-0BEE-42D3-99B3-055F58EB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6528D-DEBF-45D5-AA5C-2081D9B2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93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DBCEB34-32B0-4BD7-B39A-0AC8E1769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86A30-6588-4D1F-833A-33C5E7066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EA0ED4-AAED-4792-99F8-043A8A82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7DCE7-E18C-4FD7-A653-9FE1C3A9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9F1929-4F93-4E60-A024-16E632D7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676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7920203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7333" y="296901"/>
            <a:ext cx="9792824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7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097D3BA-A3ED-4163-977C-3D2326AEA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A68784-9CD4-4F13-B6FF-DAFB8F5FA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20A121-C4E0-491B-B35A-1ABE4E2B7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008CB-7359-4598-88B6-8073612796AA}" type="datetimeFigureOut">
              <a:rPr lang="zh-CN" altLang="en-US" smtClean="0"/>
              <a:t>2025/7/26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455DE-3A94-44C9-BD40-E9A302C18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AF917-03E6-4637-A084-DE343516B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A1697-F06E-4BB0-B00C-7E744E72D2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58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Part Six</a:t>
            </a:r>
            <a:b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b="1" dirty="0" err="1">
                <a:solidFill>
                  <a:schemeClr val="accent1">
                    <a:lumMod val="50000"/>
                  </a:schemeClr>
                </a:solidFill>
              </a:rPr>
              <a:t>PySpark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</a:rPr>
              <a:t>代码实现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6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A6943-6F3D-5646-7EF1-E9959A47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sz="4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微软雅黑" panose="020B0503020204020204" pitchFamily="34" charset="-122"/>
                <a:cs typeface="宋体" panose="02010600030101010101" pitchFamily="2" charset="-122"/>
              </a:rPr>
              <a:t>数据集简介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BE9435-D03E-C024-FEAE-4F29EC0BA5E5}"/>
              </a:ext>
            </a:extLst>
          </p:cNvPr>
          <p:cNvSpPr txBox="1"/>
          <p:nvPr/>
        </p:nvSpPr>
        <p:spPr>
          <a:xfrm>
            <a:off x="805375" y="1169407"/>
            <a:ext cx="7311683" cy="538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400" kern="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Iris</a:t>
            </a:r>
            <a:r>
              <a:rPr lang="zh-CN" altLang="zh-CN" sz="2400" kern="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数据集是常用的分类实验数据集，由</a:t>
            </a:r>
            <a:r>
              <a:rPr lang="en-US" altLang="zh-CN" sz="2400" kern="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Fisher, 1936</a:t>
            </a:r>
            <a:r>
              <a:rPr lang="zh-CN" altLang="zh-CN" sz="2400" kern="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收集整理。</a:t>
            </a:r>
            <a:br>
              <a:rPr lang="en-US" altLang="zh-CN" sz="2000" kern="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000" kern="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https://</a:t>
            </a:r>
            <a:r>
              <a:rPr lang="en-US" altLang="zh-CN" sz="2000" kern="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archive.ics.uci.edu</a:t>
            </a:r>
            <a:r>
              <a:rPr lang="en-US" altLang="zh-CN" sz="2000" kern="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/ml/machine-learning-databases/iris/</a:t>
            </a:r>
            <a:r>
              <a:rPr lang="en-US" altLang="zh-CN" sz="2000" kern="0" dirty="0" err="1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iris.data</a:t>
            </a:r>
            <a:r>
              <a:rPr lang="zh-CN" altLang="zh-CN" sz="2000" kern="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indent="304800" algn="l">
              <a:lnSpc>
                <a:spcPct val="150000"/>
              </a:lnSpc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Iris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也称鸢尾花卉数据集，是一类多重变量分析的数据集。数据集包含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150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个数据集，分为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类，每类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50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个数据，每个数据包含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个属性。可通过花萼长度，花萼宽度，花瓣长度，花瓣宽度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个属性预测鸢尾花卉属于（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Setosa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400" kern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Versicolour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Virginica</a:t>
            </a:r>
            <a:r>
              <a:rPr lang="zh-CN" altLang="zh-CN" sz="2400" kern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）三个种类中的哪一类。</a:t>
            </a:r>
            <a:endParaRPr lang="zh-CN" altLang="zh-CN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0C91DE-722D-FF61-5732-1F343A814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090" y="2326609"/>
            <a:ext cx="2899535" cy="22047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852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60A1B-49DE-7B61-1288-08FC1FD4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数据处理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ECD3B1-DDB8-B808-E3DE-029864F16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0" y="960412"/>
            <a:ext cx="7772400" cy="26038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281F51-25D4-8AEA-53D8-A44F491C29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0" y="3564263"/>
            <a:ext cx="5334416" cy="296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5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2B70B-7910-10C4-8B89-74CC462D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模型构建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D3857A-F11F-517A-A41E-6BC3173ED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76" y="1260527"/>
            <a:ext cx="7772400" cy="49542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F640FAA-EE60-6C06-8E07-0432B0909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546" y="3525083"/>
            <a:ext cx="4441878" cy="325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36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CF79F-7C03-A4E1-F4B3-E8773F12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可视化展示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967FF1-1213-216C-E6FD-EA9271F55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800" y="812800"/>
            <a:ext cx="6756400" cy="604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28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DD124-5112-5832-E8BD-B6C54192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可视化展示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E34ECE-AAA3-4EA3-B21C-FF562EE7F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77" y="820029"/>
            <a:ext cx="6654800" cy="1206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F8AFD33-C8EB-76AE-D053-6E6378E93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81" y="1977810"/>
            <a:ext cx="4533900" cy="5207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043070-484F-4DD4-E0D7-62BD31E2B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98" y="2498510"/>
            <a:ext cx="8250076" cy="410430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2FF446-5678-89A1-AC81-F5655DBB81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605" y="2238160"/>
            <a:ext cx="4282464" cy="309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64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8625</TotalTime>
  <Words>147</Words>
  <Application>Microsoft Macintosh PowerPoint</Application>
  <PresentationFormat>宽屏</PresentationFormat>
  <Paragraphs>12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Arial</vt:lpstr>
      <vt:lpstr>Calibri</vt:lpstr>
      <vt:lpstr>Office 主题​​</vt:lpstr>
      <vt:lpstr>Part Six PySpark代码实现</vt:lpstr>
      <vt:lpstr>数据集简介</vt:lpstr>
      <vt:lpstr>数据处理</vt:lpstr>
      <vt:lpstr>模型构建</vt:lpstr>
      <vt:lpstr>可视化展示</vt:lpstr>
      <vt:lpstr>可视化展示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 ——《动力工程测控技术》</dc:title>
  <dc:creator>陈 冰虹</dc:creator>
  <cp:lastModifiedBy>Microsoft Office User</cp:lastModifiedBy>
  <cp:revision>596</cp:revision>
  <dcterms:created xsi:type="dcterms:W3CDTF">2021-11-17T13:21:01Z</dcterms:created>
  <dcterms:modified xsi:type="dcterms:W3CDTF">2025-07-26T14:07:58Z</dcterms:modified>
</cp:coreProperties>
</file>