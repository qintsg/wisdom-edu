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9" r:id="rId2"/>
    <p:sldId id="280" r:id="rId3"/>
    <p:sldId id="281" r:id="rId4"/>
    <p:sldId id="282" r:id="rId5"/>
    <p:sldId id="283" r:id="rId6"/>
    <p:sldId id="284" r:id="rId7"/>
    <p:sldId id="59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92" autoAdjust="0"/>
    <p:restoredTop sz="88430"/>
  </p:normalViewPr>
  <p:slideViewPr>
    <p:cSldViewPr snapToGrid="0" showGuides="1">
      <p:cViewPr varScale="1">
        <p:scale>
          <a:sx n="107" d="100"/>
          <a:sy n="107" d="100"/>
        </p:scale>
        <p:origin x="184" y="2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72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7ADCF-E581-6D0F-DC08-24569148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自然语言处理实现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6016D8-44F4-7970-EDD9-7CA6F9E5C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40" y="1345268"/>
            <a:ext cx="9194593" cy="4930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F01711-581C-ECB4-9C2B-A5EA6064F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981" y="1529892"/>
            <a:ext cx="4123019" cy="52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9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C7725-21E0-2D1E-2D68-0B3C3AB5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定义分类器（</a:t>
            </a:r>
            <a:r>
              <a:rPr kumimoji="1" lang="zh-CN" altLang="en-US"/>
              <a:t>使用逻辑回归）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739FA1-AEBF-860E-9028-587900C2B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09" y="836521"/>
            <a:ext cx="9656521" cy="591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2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A185A-D731-6D92-A8DA-E003B30F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使用计数向量器将文本转换成数值特征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E9F40F5-6372-E0C1-289B-72BF90F4D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40" y="1200326"/>
            <a:ext cx="9380851" cy="537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8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8C4AD-D8A5-0507-C0CB-925C849E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IF-IDF</a:t>
            </a:r>
            <a:r>
              <a:rPr kumimoji="1" lang="zh-CN" altLang="en-US" dirty="0"/>
              <a:t>转换文本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F29B8D-6F95-9154-A5D5-1868F37DC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97" y="1283447"/>
            <a:ext cx="8943982" cy="43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8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2856B-8BCF-072A-B2EC-6D1CF516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word2Vec</a:t>
            </a:r>
            <a:r>
              <a:rPr kumimoji="1" lang="zh-CN" altLang="en-US" dirty="0"/>
              <a:t>转换文本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A31EFE-4667-1C28-0AF7-39D3B57EE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53" y="1196041"/>
            <a:ext cx="10037378" cy="457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5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5A572-FF06-4EA2-5632-846AAA0F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Pipeline</a:t>
            </a:r>
            <a:r>
              <a:rPr kumimoji="1" lang="zh-CN" altLang="en-US" dirty="0"/>
              <a:t>进行情感分析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BE7982-6A8A-FF59-9DEE-2EF49F7B0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87" y="860612"/>
            <a:ext cx="7992348" cy="588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8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F79499C-B855-BE9D-0008-A00E7D4B9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005" y="2340450"/>
            <a:ext cx="6154988" cy="430601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5D40B4E-3E24-B042-990A-D45431DF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中文分词</a:t>
            </a:r>
            <a:r>
              <a:rPr kumimoji="1" lang="en-US" altLang="zh-CN" dirty="0" err="1"/>
              <a:t>jieba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7F4E41-4C70-D3AD-3DCB-B355F438B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541" y="1358431"/>
            <a:ext cx="7772400" cy="44233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91E274-1FC9-BD1B-F489-18F649C21C5F}"/>
              </a:ext>
            </a:extLst>
          </p:cNvPr>
          <p:cNvSpPr/>
          <p:nvPr/>
        </p:nvSpPr>
        <p:spPr>
          <a:xfrm>
            <a:off x="1082610" y="877432"/>
            <a:ext cx="84350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 安装</a:t>
            </a:r>
            <a:r>
              <a:rPr lang="en-US" altLang="zh-CN" sz="2400" b="1" dirty="0" err="1"/>
              <a:t>jieba</a:t>
            </a:r>
            <a:r>
              <a:rPr lang="zh-CN" altLang="en-US" sz="2400" b="1" dirty="0"/>
              <a:t>包，如果遇到安装问题，使用以下方式安装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51F68-A38C-5AC3-7BE0-48926BE30501}"/>
              </a:ext>
            </a:extLst>
          </p:cNvPr>
          <p:cNvSpPr/>
          <p:nvPr/>
        </p:nvSpPr>
        <p:spPr>
          <a:xfrm>
            <a:off x="133941" y="1932235"/>
            <a:ext cx="30893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2.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Pyspark</a:t>
            </a:r>
            <a:r>
              <a:rPr lang="zh-CN" altLang="en-US" sz="2400" b="1" dirty="0"/>
              <a:t>中文分词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16DA9D-5537-5587-30AE-98BC7D213374}"/>
              </a:ext>
            </a:extLst>
          </p:cNvPr>
          <p:cNvSpPr/>
          <p:nvPr/>
        </p:nvSpPr>
        <p:spPr>
          <a:xfrm>
            <a:off x="5531441" y="1932234"/>
            <a:ext cx="41383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2.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Pyspark</a:t>
            </a:r>
            <a:r>
              <a:rPr lang="zh-CN" altLang="en-US" sz="2400" b="1" dirty="0"/>
              <a:t>中文去除停用词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1D0FED-9A3D-81B1-E938-80EDB0066A8E}"/>
              </a:ext>
            </a:extLst>
          </p:cNvPr>
          <p:cNvSpPr txBox="1"/>
          <p:nvPr/>
        </p:nvSpPr>
        <p:spPr>
          <a:xfrm>
            <a:off x="9277941" y="2802115"/>
            <a:ext cx="194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哈工大停用词表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4F4824-4E08-D60E-7EE5-185170C22045}"/>
              </a:ext>
            </a:extLst>
          </p:cNvPr>
          <p:cNvSpPr txBox="1"/>
          <p:nvPr/>
        </p:nvSpPr>
        <p:spPr>
          <a:xfrm>
            <a:off x="9943102" y="3517730"/>
            <a:ext cx="2248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无须分词，直接使用原始语句去除停用词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F824A5-FDDF-43CE-0FDA-1CB2840F5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6" y="2418436"/>
            <a:ext cx="5661784" cy="422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6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11502</TotalTime>
  <Words>79</Words>
  <Application>Microsoft Macintosh PowerPoint</Application>
  <PresentationFormat>宽屏</PresentationFormat>
  <Paragraphs>13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PySpark自然语言处理实现</vt:lpstr>
      <vt:lpstr>定义分类器（使用逻辑回归）</vt:lpstr>
      <vt:lpstr>使用计数向量器将文本转换成数值特征</vt:lpstr>
      <vt:lpstr>使用IF-IDF转换文本</vt:lpstr>
      <vt:lpstr>word2Vec转换文本</vt:lpstr>
      <vt:lpstr>使用Pipeline进行情感分析</vt:lpstr>
      <vt:lpstr>中文分词jieba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642</cp:revision>
  <dcterms:created xsi:type="dcterms:W3CDTF">2021-11-17T13:21:01Z</dcterms:created>
  <dcterms:modified xsi:type="dcterms:W3CDTF">2025-07-26T14:11:27Z</dcterms:modified>
</cp:coreProperties>
</file>