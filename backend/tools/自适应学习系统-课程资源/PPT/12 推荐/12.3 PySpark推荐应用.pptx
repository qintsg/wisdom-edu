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1" r:id="rId2"/>
    <p:sldId id="392" r:id="rId3"/>
    <p:sldId id="393" r:id="rId4"/>
    <p:sldId id="394" r:id="rId5"/>
    <p:sldId id="395" r:id="rId6"/>
    <p:sldId id="396" r:id="rId7"/>
    <p:sldId id="39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794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200" y="6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333624"/>
          </a:xfrm>
        </p:spPr>
        <p:txBody>
          <a:bodyPr>
            <a:normAutofit/>
          </a:bodyPr>
          <a:lstStyle/>
          <a:p>
            <a:pPr algn="ctr"/>
            <a:b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</a:rPr>
              <a:t>PySpark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协同过滤实现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93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9C04B-8719-D8A7-9077-72FD3E91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 err="1"/>
              <a:t>Pyspark</a:t>
            </a:r>
            <a:r>
              <a:rPr kumimoji="1" lang="zh-CN" altLang="en-US" dirty="0"/>
              <a:t>数据处理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63D093-3AD4-D417-3DFF-E35219ABD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75" y="1136650"/>
            <a:ext cx="7772400" cy="18622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C614626-001A-6969-2230-3018B1CCD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75" y="2998889"/>
            <a:ext cx="4260850" cy="30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4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777F4-D476-8464-0374-062ED281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特征工程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4177C9-D8D4-CEC3-8C70-741997888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758" y="928687"/>
            <a:ext cx="7772400" cy="563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64CDD-0DD4-12F9-C3F8-1386D5FEE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模型构建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C9ABC9-9E73-7034-35C1-BC074AE7A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62" y="1239838"/>
            <a:ext cx="7772400" cy="4900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ADD8F4C-0126-CE0E-1391-055DD2E6B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61" y="1729901"/>
            <a:ext cx="7881759" cy="415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5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2D19C-71E7-7745-3E91-78D9F38F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模型评价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331884-F80F-C348-8B90-3B84C355F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38" y="1516126"/>
            <a:ext cx="7772400" cy="207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68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9A2C0-D9BC-F92E-2D57-AA54EF06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推荐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D2144D-87E0-2D4C-DE5B-00E215555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63" y="1022350"/>
            <a:ext cx="7772400" cy="359923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DCA757C-7D81-7F1E-7CC3-7EBB57EDD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26" y="4776788"/>
            <a:ext cx="7772400" cy="146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23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9C413-4D8E-55B8-3E11-A977FD918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推荐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1283F0-898E-985D-9F59-2CF9158DA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73" y="946880"/>
            <a:ext cx="7052102" cy="28393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F0D1652-45EE-161E-175C-0EA9CE933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9" y="3786188"/>
            <a:ext cx="7772400" cy="283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83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8462</TotalTime>
  <Words>16</Words>
  <Application>Microsoft Macintosh PowerPoint</Application>
  <PresentationFormat>宽屏</PresentationFormat>
  <Paragraphs>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 PySpark协同过滤实现</vt:lpstr>
      <vt:lpstr>Pyspark数据处理</vt:lpstr>
      <vt:lpstr>特征工程</vt:lpstr>
      <vt:lpstr>模型构建</vt:lpstr>
      <vt:lpstr>模型评价</vt:lpstr>
      <vt:lpstr>推荐</vt:lpstr>
      <vt:lpstr>推荐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625</cp:revision>
  <dcterms:created xsi:type="dcterms:W3CDTF">2021-11-17T13:21:01Z</dcterms:created>
  <dcterms:modified xsi:type="dcterms:W3CDTF">2025-07-26T14:09:55Z</dcterms:modified>
</cp:coreProperties>
</file>